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edded34564361" /><Relationship Type="http://schemas.openxmlformats.org/officeDocument/2006/relationships/extended-properties" Target="/docProps/app.xml" Id="R3447d1fb1c2d4f5e" /><Relationship Type="http://schemas.openxmlformats.org/officeDocument/2006/relationships/officeDocument" Target="/ppt/presentation.xml" Id="R17c277b3bd3a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e591e6f6c4bda"/>
  </p:sldMasterIdLst>
  <p:notesMasterIdLst>
    <p:notesMasterId xmlns:r="http://schemas.openxmlformats.org/officeDocument/2006/relationships" r:id="R3cac60b1117b42cb"/>
  </p:notesMasterIdLst>
  <p:sldIdLst>
    <p:sldId xmlns:r="http://schemas.openxmlformats.org/officeDocument/2006/relationships" id="256" r:id="Rdd905de88a274a29"/>
    <p:sldId xmlns:r="http://schemas.openxmlformats.org/officeDocument/2006/relationships" id="257" r:id="Rc6b2e9eeb540489a"/>
    <p:sldId xmlns:r="http://schemas.openxmlformats.org/officeDocument/2006/relationships" id="258" r:id="R3be9e17762d5476f"/>
    <p:sldId xmlns:r="http://schemas.openxmlformats.org/officeDocument/2006/relationships" id="259" r:id="R0ef92b7e42bf45fe"/>
    <p:sldId xmlns:r="http://schemas.openxmlformats.org/officeDocument/2006/relationships" id="260" r:id="Rf81f9b359fbb43af"/>
    <p:sldId xmlns:r="http://schemas.openxmlformats.org/officeDocument/2006/relationships" id="261" r:id="Ra7771627d149469e"/>
    <p:sldId xmlns:r="http://schemas.openxmlformats.org/officeDocument/2006/relationships" id="262" r:id="Ra510ab34c69d41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b1e2a63eb43f4" /><Relationship Type="http://schemas.openxmlformats.org/officeDocument/2006/relationships/slideMaster" Target="/ppt/slideMasters/slideMaster1.xml" Id="Rccfe591e6f6c4bda" /><Relationship Type="http://schemas.openxmlformats.org/officeDocument/2006/relationships/notesMaster" Target="/ppt/notesMasters/notesMaster1.xml" Id="R3cac60b1117b42cb" /><Relationship Type="http://schemas.openxmlformats.org/officeDocument/2006/relationships/presProps" Target="/ppt/presProps.xml" Id="Re895a965ef3448d5" /><Relationship Type="http://schemas.openxmlformats.org/officeDocument/2006/relationships/tableStyles" Target="/ppt/tableStyles.xml" Id="Re2bcc43205044b67" /><Relationship Type="http://schemas.openxmlformats.org/officeDocument/2006/relationships/slide" Target="/ppt/slides/slide1.xml" Id="Rdd905de88a274a29" /><Relationship Type="http://schemas.openxmlformats.org/officeDocument/2006/relationships/slide" Target="/ppt/slides/slide2.xml" Id="Rc6b2e9eeb540489a" /><Relationship Type="http://schemas.openxmlformats.org/officeDocument/2006/relationships/slide" Target="/ppt/slides/slide3.xml" Id="R3be9e17762d5476f" /><Relationship Type="http://schemas.openxmlformats.org/officeDocument/2006/relationships/slide" Target="/ppt/slides/slide4.xml" Id="R0ef92b7e42bf45fe" /><Relationship Type="http://schemas.openxmlformats.org/officeDocument/2006/relationships/slide" Target="/ppt/slides/slide5.xml" Id="Rf81f9b359fbb43af" /><Relationship Type="http://schemas.openxmlformats.org/officeDocument/2006/relationships/slide" Target="/ppt/slides/slide6.xml" Id="Ra7771627d149469e" /><Relationship Type="http://schemas.openxmlformats.org/officeDocument/2006/relationships/slide" Target="/ppt/slides/slide7.xml" Id="Ra510ab34c69d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c86c189d2b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cec91bf4574065" /><Relationship Type="http://schemas.openxmlformats.org/officeDocument/2006/relationships/notesMaster" Target="/ppt/notesMasters/notesMaster1.xml" Id="Re5adb6a845df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15254d6cf49b3" /><Relationship Type="http://schemas.openxmlformats.org/officeDocument/2006/relationships/notesMaster" Target="/ppt/notesMasters/notesMaster1.xml" Id="R644761736e26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e3ee30e50f447c" /><Relationship Type="http://schemas.openxmlformats.org/officeDocument/2006/relationships/notesMaster" Target="/ppt/notesMasters/notesMaster1.xml" Id="Re7fbf6efe04443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822ed6ad374c18" /><Relationship Type="http://schemas.openxmlformats.org/officeDocument/2006/relationships/notesMaster" Target="/ppt/notesMasters/notesMaster1.xml" Id="Rab2dbf7822ac44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d76d3b0184ed7" /><Relationship Type="http://schemas.openxmlformats.org/officeDocument/2006/relationships/notesMaster" Target="/ppt/notesMasters/notesMaster1.xml" Id="R979a473f25d4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0907cd15c4176" /><Relationship Type="http://schemas.openxmlformats.org/officeDocument/2006/relationships/notesMaster" Target="/ppt/notesMasters/notesMaster1.xml" Id="R51c1ae1a65a941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ba5c26b7ff4d55" /><Relationship Type="http://schemas.openxmlformats.org/officeDocument/2006/relationships/notesMaster" Target="/ppt/notesMasters/notesMaster1.xml" Id="R7b62bdeb4d4b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13cdbaa7145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e6fcab6d6b4f5d" /><Relationship Type="http://schemas.openxmlformats.org/officeDocument/2006/relationships/slideLayout" Target="/ppt/slideLayouts/slideLayout1.xml" Id="Rb81de811749a48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1de811749a48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8791eaa134d04" /><Relationship Type="http://schemas.openxmlformats.org/officeDocument/2006/relationships/notesSlide" Target="/ppt/notesSlides/notesSlide1.xml" Id="Rdd44d50a0ef14f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e7c8bce5f458f" /><Relationship Type="http://schemas.openxmlformats.org/officeDocument/2006/relationships/notesSlide" Target="/ppt/notesSlides/notesSlide2.xml" Id="R1affd3f97fdd4c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78bb9527649ea" /><Relationship Type="http://schemas.openxmlformats.org/officeDocument/2006/relationships/notesSlide" Target="/ppt/notesSlides/notesSlide3.xml" Id="Rcb57698e943445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c98793a8146b1" /><Relationship Type="http://schemas.openxmlformats.org/officeDocument/2006/relationships/notesSlide" Target="/ppt/notesSlides/notesSlide4.xml" Id="R394c8196e44348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4aa1c7a204d72" /><Relationship Type="http://schemas.openxmlformats.org/officeDocument/2006/relationships/notesSlide" Target="/ppt/notesSlides/notesSlide5.xml" Id="R4c08c6fe5e4241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9b1025b0648bb" /><Relationship Type="http://schemas.openxmlformats.org/officeDocument/2006/relationships/notesSlide" Target="/ppt/notesSlides/notesSlide6.xml" Id="R211af0499ce6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bb49f43a746d4" /><Relationship Type="http://schemas.openxmlformats.org/officeDocument/2006/relationships/notesSlide" Target="/ppt/notesSlides/notesSlide7.xml" Id="R2762e3b74dfb4b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FE317-2447-4AD1-A8F0-4AC22EEE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Kondo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BE4BF-8D17-44CD-BB7C-2BFFE303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Cameroun -&gt; 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49550-1392-4237-AA0F-C91BA44D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Demande de budget initial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650F8-54A4-4E00-BE1C-7099C1E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5 000 CNY pour valider le lancement opérationnel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84C23-1957-4F8A-B96D-82DEF80E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Objectif: connecter les API MTN/Orange, mettre le site en ligne, tester les paiements réels et prouver le processus complet avant d'engager un capital plus important.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D4D78-A4C6-42EB-9B54-05BE638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695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AFDE8-0857-46ED-B22B-4E786423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Approx.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CE481-7B12-40E8-A08A-F5CABF5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400 000 FCFA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B0013-34A6-4008-946A-DA0918B8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Hypothèse: 1 CNY ~= 80 FCFA</a:t>
            </a:r>
          </a:p>
        </p:txBody>
      </p:sp>
    </p:spTree>
    <p:extLst>
      <p:ext uri="{BB962C8B-B14F-4D97-AF65-F5344CB8AC3E}">
        <p14:creationId xmlns:p14="http://schemas.microsoft.com/office/powerpoint/2010/main" val="844272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CB5F9-647C-4E40-85C7-8AA6A93A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 produit encaisse au Cameroun et paie manuellement en 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45756-A6CE-41CC-AD9B-883885B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Le site coordonne, trace et confirme les étapes. Le payout Chine reste manuel au depart.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194CD-8850-45E0-A0DF-CB1B5AF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Kondo | budget de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E063A-2DE4-4021-8941-05EFD7B7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2B631-7862-4218-A1F4-B149F204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47D8D-78F1-4179-8A7B-C86CE9BC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Client Cameroun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15E25-B4E0-4519-ACAC-44E2FED9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63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L'utilisateur cree un transfert et choisit MTN ou Orange.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3E62A-321E-47E4-B2E4-9B57F474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14675"/>
            <a:ext cx="1714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15DCC-B28C-40A0-84FC-7071A7C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33625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1340C-455B-4144-902F-A0E53EA6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622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API collection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32FD0-0377-40A1-86F5-45F770CB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86125"/>
            <a:ext cx="163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Le paiement FCFA est collecte vers le compte marchand.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4BF16-F564-4EB9-9F63-0C00AE01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1714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97721-2A8F-4CED-9660-D0F8FA2B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EDBDD-3292-456A-9D58-7EF6A84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622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Back-office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89B1E-FE19-4F79-A8A0-70E2DED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86125"/>
            <a:ext cx="163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L'admin voit le paiement confirme et la file d'opérations.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D82A6-97DC-45D6-8758-BBAA3795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14675"/>
            <a:ext cx="1714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618D9-37B8-4E3E-8BE6-EC8AE97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F3E00-3169-4548-A9A9-7965E9A0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622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Paiement Chine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69F47-0D96-4801-B3CB-F810EF4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86125"/>
            <a:ext cx="163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L'equipe paie le bénéficiaire via Alipay ou canal local.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0AA79-FE67-4125-80E4-86FCE2BE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4675"/>
            <a:ext cx="1714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56793-DBCE-438E-B28F-33C6DC5E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72AD6-D517-4183-B4F6-2E61C00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622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B1F43-2D2D-4E0D-B515-E43AA55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86125"/>
            <a:ext cx="163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Le transfert passe a Reussi dans le compte client.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E5CD8-9D96-4A3F-B453-A1CD62C8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30FD0-57B0-4BE9-B510-29555FC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AE26D-A387-487D-BEB3-5CAFD959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76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 premier budget doit financer la preuve du flux complet, pas une expansion commerciale massive.</a:t>
            </a:r>
          </a:p>
        </p:txBody>
      </p:sp>
    </p:spTree>
    <p:extLst>
      <p:ext uri="{BB962C8B-B14F-4D97-AF65-F5344CB8AC3E}">
        <p14:creationId xmlns:p14="http://schemas.microsoft.com/office/powerpoint/2010/main" val="2093580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C0595-03AB-4407-901F-0AE0EF24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5 000 CNY suffisent pour une phase pilote contrôlée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2CE6E-F369-4E93-9C98-247C0F89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Ce montant ne prétend pas couvrir tout le lancement legal et commercial. Il sert a réduire le risque avant l'étape suivante.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7D5B0-C6F7-4E9C-978B-0019B56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Kondo | budget de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ACF2E-12E1-44D4-9BAA-0FE29E1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CEAC1-B70E-4DD0-88AF-C40FB07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33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192CF-3A29-4C2F-BD9C-D00D79A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Finir l'intégration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B4C9B-2347-4076-97E1-D681E8D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Configurer MTN/Orange, remplacer les mocks, verifier les webhooks et les references provider.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469A5-A9C5-4E1F-9662-92BDC174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3333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12F06-8E6F-43B8-B436-DA6FD1E9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Tester avec de vrais petits montants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74491-7D21-44B5-B80E-7BFE6B41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Valider le debit client, la reception marchand, les ecarts et les erreurs possibles.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2EDC2-B1A5-4A2B-A321-E19B025B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333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D8890-50E0-478F-8B33-98ED9548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Prouver le process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A6433-B61E-425C-B929-ADF1C68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S'assurer que l'equipe peut payer en Chine, confirmer, auditer et expliquer chaque transfert.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12094-3F3C-4C85-BAF4-80F6030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Message a faire passer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13A14-EFDA-4E1F-BF80-DDE96A9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 demande un budget de validation rapide. Si les tests sont concluants, le vrai fonds de roulement pourra etre dimensionne avec des données réelles.</a:t>
            </a:r>
          </a:p>
        </p:txBody>
      </p:sp>
    </p:spTree>
    <p:extLst>
      <p:ext uri="{BB962C8B-B14F-4D97-AF65-F5344CB8AC3E}">
        <p14:creationId xmlns:p14="http://schemas.microsoft.com/office/powerpoint/2010/main" val="1062599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D0B05-33E2-4194-89AB-AE07ADE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Les 5 000 CNY couvrent les dépenses qui débloquent les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C15F0-5FB1-43C6-BA20-5E234B8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Repartition indicative, ajustable selon les frais imposes par MTN, Orange et les prestataires.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9918E-9330-4F38-8ED5-A4C676D2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Kondo | budget de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2B9D2-9A21-4CFA-9A72-8EC87B3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1150C-8E37-418D-AC25-72A2A1C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A1DC6-D7C7-45E7-A9FA-E9D5C938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B78AD-70B7-415F-9281-F57DB667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Budget CNY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FB2E0-7A3C-46F2-937E-AC28FF6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Équivalent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84DC9-ABA4-49C9-878A-F1BAD52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435CA-F934-4B4B-8CAB-3B0CC07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Intégration API MTN/Orange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F302C-3A97-47CA-AAA2-47BE65D2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1 200 CNY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8EF26-30E8-454A-9A78-A9B67E2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~96 000 FCFA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A3033-95AA-4FB8-A2C9-C58ACD7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46A81-7FBC-4BFA-9DB1-368DC994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Mise en production et outils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E482E-39A0-48F4-B9E0-73759CD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86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800 CNY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86E48-292A-4371-85F5-2C269BFA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86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~64 000 FCFA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82889-5438-402C-BD15-A4E4FF3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AF5C4-B3CA-4767-B316-ECC18C9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Sécurité initiale et sauvegardes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7620B-9BBD-4645-83AB-78652E1E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385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700 CNY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C72F3-AB1E-4A12-BDB9-DBC883D9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~56 000 FCFA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F348D-08F2-42C5-BA4E-62BB83AD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1D5BE-CDA7-48A4-9EE4-93903BC9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Tests réels, SIM, support et frais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EEDFE-E026-448C-83FD-DCBAD57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909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700 CNY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2252F-DA8E-4F21-9153-CD42EB4C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~56 000 FCFA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27BAC-F3FA-4309-BFF7-A3EF826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09454-A924-4676-988A-8035CC9B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Dossier administratif préliminaire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7BEE83-E3F4-4992-B4C5-5FC59B87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43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600 CNY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FEFBB-1063-4D84-BB9A-127D154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~48 000 FCFA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C9918-681D-409B-8016-392570B5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82CEF-52D8-4A38-A19D-CB700DC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Mini reserve Chine pour pilote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E6A5A-EA0C-42EF-ADCB-031A0B52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1 000 CNY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39371-BE61-4405-B72E-BE32C4BD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~80 000 FCFA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933DF-88D4-48C5-8B3E-901159B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371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A7C828-75A3-4442-BF4D-C87E846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Total demande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1E4FB4-EE5F-4636-AE0E-E65B8C7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5 000 CNY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B1B23-7E38-44CC-A876-F8DF38E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environ 400 000 FCFA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49A064-B588-4A7D-893A-8AAD563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3371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2DA59-B51C-4322-91C1-148A0B27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Hypothèse de change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2E783A-E477-4D98-B6B5-C2A3C521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 CNY ~= 80 FCFA. Les frais provider et administratifs doivent etre confirmés avant engagement final.</a:t>
            </a:r>
          </a:p>
        </p:txBody>
      </p:sp>
    </p:spTree>
    <p:extLst>
      <p:ext uri="{BB962C8B-B14F-4D97-AF65-F5344CB8AC3E}">
        <p14:creationId xmlns:p14="http://schemas.microsoft.com/office/powerpoint/2010/main" val="385678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5251E-7747-4AA9-BF96-0DD8B42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 budget valide le modele, il ne finance pas encore l'expansion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376A4-F9E7-417E-B08B-3F775AF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 distinction evite de promettre plus que ce que 5 000 CNY peuvent raisonnablement couvrir.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87404-9695-4C77-A8E1-716B176A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Kondo | budget de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0A97E-8C7B-41AA-BD3A-5FF6CD6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E9A27-1311-4847-B8FE-7DACEEB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 qui est inclus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CF27B-9483-48B3-BD03-83AC0C1E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 qui reste pour l'étape suivante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46ED8-A3E2-4C63-96A1-095F907B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631C0-B70F-4420-A192-9886C454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Connexion API et premiers tests techniques.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DF6A5-83AB-4CF9-9F79-04867C84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D1057-3BC2-4941-902E-30A46735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Site en ligne avec base de données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2D89-20A8-474D-8626-36F4C8EE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8CCF6-84C6-4655-80DC-ACE8530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Parcours de paiement et confirmation admin testes.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25BE9-69FB-4BF1-B2C9-29F0893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8BE3A-95CA-465F-91CA-3695EB94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Petite reserve pour payer quelques transferts pilotes.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57D40-F164-4A96-8159-58628409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8E841-837B-41C9-BD0E-1EA19E61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Capital de roulement important en Chine.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6E2DB-8A6F-4024-9B64-89063250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3A348-7A5B-414F-9AEB-171D311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Formalisation complete et accompagnement legal approfondi.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7EDD0-EA19-4281-9D67-34A4044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147AA-A3AC-4E7C-8F4B-D2E23E2A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528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Marketing, acquisition clients et support à grande echelle.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A3146-59C1-4828-BAA3-CA32AB5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C4EBB-34F3-49F8-B467-01FF3DE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577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 sécurité externe complet et conformité avancee.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C2941-AA98-4CBF-BA70-822E758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32DD5-DDCD-4B65-8CEC-F15C216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Décision attendue: autoriser une phase pilote limitée, puis recalculer le fonds necessaire avec les données de terrain.</a:t>
            </a:r>
          </a:p>
        </p:txBody>
      </p:sp>
    </p:spTree>
    <p:extLst>
      <p:ext uri="{BB962C8B-B14F-4D97-AF65-F5344CB8AC3E}">
        <p14:creationId xmlns:p14="http://schemas.microsoft.com/office/powerpoint/2010/main" val="1942227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300F2-A7D8-44FA-92B9-7EEEB73F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 30 jours, le budget doit produire une preuve exploitable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6147D-6866-46BE-A570-1FEF3A71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Chaque semaine livre une verification concrete avant de passer a la suivante.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6CE7B-E8B3-4168-B4E9-9188BEE9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Kondo | budget de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4FCD7-940C-4296-B823-72EBCCC5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83DCD-80D0-400F-8E55-8C06278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419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2BB25-A205-4D8D-8DB8-D599E1DA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Semaine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84259-F16D-4109-BEE5-F9D329D1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Acces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5DEE1-DEEB-464A-84CB-1BC7D6BA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Dossiers MTN/Orange, variables env, comptes marchands, plan de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AB5C7-CA33-42D9-868B-9E368EB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05000"/>
            <a:ext cx="2419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E62B1-BD23-4F41-BD84-56A0B128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5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Semaine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38C11-FFD1-4117-9B03-4E2FCE8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Intégration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93FB6-3FE6-4C7D-8873-6FDB3CA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Remplacement des mocks, webhooks, statuts provider, erreurs et journaux.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4D115-6CFF-43C0-B7E7-B7373B55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19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ECE45-5339-45F4-9D01-5F61A24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Semaine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DA16A-1F13-4E92-B808-F03C46F1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F5A6C-230D-4A2C-A430-334DAC1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Déploiement, base de données, sauvegardes, monitoring et test sécurité initial.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C27D3-2ADF-4F7D-A178-B947682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05000"/>
            <a:ext cx="2419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095F0-78EC-4185-99A7-06566A53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5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Semaine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68FC7-18DC-4B47-A3BC-567ED839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Pilote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3F964-5BE8-4F93-A1C0-98C71A46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 à 20 transferts limites, rapprochement manuel, rapport go/no-go.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4FFEF-7E12-4484-918C-7269599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Livrable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AF14F-5B17-4CAC-B5FB-3528516D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 rapport simple: paiements testes, erreurs observées, coûts réels, temps de traitement, décision de continuer ou non.</a:t>
            </a:r>
          </a:p>
        </p:txBody>
      </p:sp>
    </p:spTree>
    <p:extLst>
      <p:ext uri="{BB962C8B-B14F-4D97-AF65-F5344CB8AC3E}">
        <p14:creationId xmlns:p14="http://schemas.microsoft.com/office/powerpoint/2010/main" val="1170282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A3242-D2D4-4069-8E99-F1C2B79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bonne décision est de financer le test, puis de mesurer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07B8B-FC50-4BAF-86CB-7F7ECD73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Les 5 000 CNY achetent de la certitude: technique, opérationnelle et financiere.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1FF14-424B-461F-AB3B-31AC7304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Kondo | budget de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AF335-2328-47CA-B7AB-33DE4A87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E951E-950C-4178-BBF1-3D83B7A3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22E6E-1369-4712-B4A2-EEA5DD91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Demande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C2642-1C7F-4B62-A15E-77FFF16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Autoriser 5 000 CNY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68554-0A80-4C96-936B-04986A8C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pour lancer l'intégration finale, deployer la plateforme et traiter un pilote limite sous controle.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63F9E-8E41-4C91-A585-D7785DC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Critères de succes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1E190-50C5-4A1E-A34D-4D2A6108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21DF0-0D66-44D5-BCD3-088A8C4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Paiement MTN ou Orange collecte et trace de bout en bout.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35703-7890-4018-A1E5-DAF330B7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611BE-E4CF-4E78-9D31-29B0187F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Admin capable de confirmer le payout Chine sans ambiguite.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5E9AB-21AC-4D9C-81F9-5A40BF41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C6BD0-3479-4058-BCD4-2502974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33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Aucune faille critique détectée pendant les tests initiaux.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6463E-FC66-4C37-80BD-02BB89A3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E44C4-5C94-413A-94CF-F76C86B3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Couts et délais réels documentés pour dimensionner la suite.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F09DC-A207-4FA5-949D-26A5085B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7B0FB-A449-4D71-B854-147B63DE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Prochaine étape apres accord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02094-B565-4CD7-A77D-A561377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293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finaliser les credentials provider et lancer le plan de test sur 30 jours.</a:t>
            </a:r>
          </a:p>
        </p:txBody>
      </p:sp>
    </p:spTree>
    <p:extLst>
      <p:ext uri="{BB962C8B-B14F-4D97-AF65-F5344CB8AC3E}">
        <p14:creationId xmlns:p14="http://schemas.microsoft.com/office/powerpoint/2010/main" val="432653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2026-07-11T15:04:13.0350000Z</dcterms:created>
  <dcterms:modified xsi:type="dcterms:W3CDTF">2026-07-11T15:04:13.0350000Z</dcterms:modified>
</coreProperties>
</file>